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8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et Pandit" userId="9b555e85d23f0dbc" providerId="LiveId" clId="{59718C79-8036-42E1-BE5C-4C798DBAB992}"/>
    <pc:docChg chg="custSel addSld modSld">
      <pc:chgData name="Meet Pandit" userId="9b555e85d23f0dbc" providerId="LiveId" clId="{59718C79-8036-42E1-BE5C-4C798DBAB992}" dt="2022-06-03T08:26:46.027" v="6" actId="20577"/>
      <pc:docMkLst>
        <pc:docMk/>
      </pc:docMkLst>
      <pc:sldChg chg="modSp new mod">
        <pc:chgData name="Meet Pandit" userId="9b555e85d23f0dbc" providerId="LiveId" clId="{59718C79-8036-42E1-BE5C-4C798DBAB992}" dt="2022-06-03T08:26:46.027" v="6" actId="20577"/>
        <pc:sldMkLst>
          <pc:docMk/>
          <pc:sldMk cId="37525641" sldId="256"/>
        </pc:sldMkLst>
        <pc:spChg chg="mod">
          <ac:chgData name="Meet Pandit" userId="9b555e85d23f0dbc" providerId="LiveId" clId="{59718C79-8036-42E1-BE5C-4C798DBAB992}" dt="2022-06-03T08:26:46.027" v="6" actId="20577"/>
          <ac:spMkLst>
            <pc:docMk/>
            <pc:sldMk cId="37525641" sldId="256"/>
            <ac:spMk id="2" creationId="{EFE11E4D-AA79-7062-0AF8-7E06A3EF1C8D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680D5-B1E6-23F5-E37F-5B38E5A923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E5A9DE-3871-F793-262C-D6182EDE91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3467E0-44EE-D5B5-DCD4-61DBA4488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77B63-1BC9-4FE9-845F-F369FB5203D7}" type="datetimeFigureOut">
              <a:rPr lang="en-IN" smtClean="0"/>
              <a:t>03-06-2022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4200F9-4900-5504-23F2-4C00719D6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25F14D-08EA-1BED-086D-06B08022A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AFC44-77BB-40D4-993B-706FAF04D9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81302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50E97-7DCB-566C-6E13-E59815A72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4DEF0F-06FC-95D3-CA6D-8E1120E5F0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C529F9-222A-5957-CB55-2DD984301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77B63-1BC9-4FE9-845F-F369FB5203D7}" type="datetimeFigureOut">
              <a:rPr lang="en-IN" smtClean="0"/>
              <a:t>03-06-2022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FA9E3D-D3F3-356B-4882-9B2649282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7CB871-C14C-4DBC-6749-2E2FDD9A3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AFC44-77BB-40D4-993B-706FAF04D9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9207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BA0B8-B710-E13B-F91E-6F98ABD69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2E010D-9CB0-462C-3F53-9AC25C7ED3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CCF92B-42AE-AC11-5F59-361457F33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77B63-1BC9-4FE9-845F-F369FB5203D7}" type="datetimeFigureOut">
              <a:rPr lang="en-IN" smtClean="0"/>
              <a:t>03-06-2022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B97D0C-B0BF-6F19-7DAF-950AB87A7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DA4FBC-EA23-96DA-3FFF-4C7ACC589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AFC44-77BB-40D4-993B-706FAF04D9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473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A5291-31C4-F62C-080F-3EEDE7716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6999E-04AE-7329-011C-DAB4CF01F8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A948C4-D3DD-D3A3-DE25-AD4C5FA0B4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E150FB-9193-BE1C-5600-FABC23613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77B63-1BC9-4FE9-845F-F369FB5203D7}" type="datetimeFigureOut">
              <a:rPr lang="en-IN" smtClean="0"/>
              <a:t>03-06-2022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116B89-45C8-45D3-9178-027A2161A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631873-548A-1378-92DE-1E4D45F00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AFC44-77BB-40D4-993B-706FAF04D9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36919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CFBC2-BE4E-1B6D-BFF1-9822769291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9A0DA7-0835-4044-9BA7-71ECDA0564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A8ACEC-60C9-A96E-5DC0-6310D5A281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1D5140-DF25-7F2F-4F75-A59AD4AC8B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BA6E31-662E-09FF-3E9F-9A87BBF3AA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E9BD204-1AFD-5061-4B99-22C792DDE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77B63-1BC9-4FE9-845F-F369FB5203D7}" type="datetimeFigureOut">
              <a:rPr lang="en-IN" smtClean="0"/>
              <a:t>03-06-2022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ADA4AE-0F4A-CC69-8D60-1A15264E8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D10729-3610-6BE2-68EE-0F6471434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AFC44-77BB-40D4-993B-706FAF04D9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5431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C5E1A-D68B-9AF6-75AF-EC4802A24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26794D-6D1A-8A53-2F01-98FEF28EC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77B63-1BC9-4FE9-845F-F369FB5203D7}" type="datetimeFigureOut">
              <a:rPr lang="en-IN" smtClean="0"/>
              <a:t>03-06-2022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E0BD46-0F25-629C-DD5E-633146DC0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DF914E-2D38-F73A-3C38-8F5C35DC1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AFC44-77BB-40D4-993B-706FAF04D9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0999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40CEDA-83CC-4547-9D47-C53AE6377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77B63-1BC9-4FE9-845F-F369FB5203D7}" type="datetimeFigureOut">
              <a:rPr lang="en-IN" smtClean="0"/>
              <a:t>03-06-2022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318D24-0FC1-880C-015B-99E5F43CE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FFF803-431F-0695-96E6-6266B7AA8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AFC44-77BB-40D4-993B-706FAF04D9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17833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8A9DD-4FDD-DA7D-5B0D-49317BE9C1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CE71FE-A2DE-6C1F-B902-7563FE8D99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3369F8-9231-0C58-6998-D0F8D43C38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518828-C68A-C722-1864-1D03530CC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77B63-1BC9-4FE9-845F-F369FB5203D7}" type="datetimeFigureOut">
              <a:rPr lang="en-IN" smtClean="0"/>
              <a:t>03-06-2022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2D985D-9482-3E81-44BD-14E4EE2C0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708F5D-578E-B8E1-2384-1404B7605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AFC44-77BB-40D4-993B-706FAF04D9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89240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6DDB43-9F94-BB51-3513-0BB06B94F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D52385-EFD6-68AC-4D8F-A9F75C9FC0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944E86-2B9D-962E-4BD2-5EF36CE940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75B85B-EA9B-2F80-8AF2-45D909A1E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77B63-1BC9-4FE9-845F-F369FB5203D7}" type="datetimeFigureOut">
              <a:rPr lang="en-IN" smtClean="0"/>
              <a:t>03-06-2022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D0B5B7-F13E-BEF4-F566-69EED8E31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FB3EAA-BFB9-42F5-33F2-259F761B0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AFC44-77BB-40D4-993B-706FAF04D9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28629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F7F6C-9BCD-BE9E-017F-5C642DB8E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C2DA74-F8B2-A1E5-5A50-7D7DBC1405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BC300F-B9C4-7CB1-B71D-BA06A1E77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77B63-1BC9-4FE9-845F-F369FB5203D7}" type="datetimeFigureOut">
              <a:rPr lang="en-IN" smtClean="0"/>
              <a:t>03-06-2022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2CF993-A7A1-8D4C-889B-BBF44D76E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9B79CB-2192-9AC8-D9D5-044DE9EB1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AFC44-77BB-40D4-993B-706FAF04D9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07225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6BCAAF-F71F-1F28-6DF4-3BE88C98D4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0D0B9A-BA27-66E9-F76E-FE54D0AE28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A04A2F-A154-E8D0-545E-D5D9D660E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77B63-1BC9-4FE9-845F-F369FB5203D7}" type="datetimeFigureOut">
              <a:rPr lang="en-IN" smtClean="0"/>
              <a:t>03-06-2022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155D53-3289-C61C-D6A7-4F89D0930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DC1760-113C-74F9-23F7-D2C99CE81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AFC44-77BB-40D4-993B-706FAF04D9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77008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754379-83BB-B222-F41D-ABBBEAF882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23FCAF-0A6D-5462-B4D8-ED7A3BBD96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F74B6D-73AE-193F-09F7-1AF5148A60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C77B63-1BC9-4FE9-845F-F369FB5203D7}" type="datetimeFigureOut">
              <a:rPr lang="en-IN" smtClean="0"/>
              <a:t>03-06-2022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1B7E55-A200-9E60-DA52-32E6CAF286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947215-7C98-B3EC-406D-007BE12583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6AFC44-77BB-40D4-993B-706FAF04D9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18812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11E4D-AA79-7062-0AF8-7E06A3EF1C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Mc </a:t>
            </a:r>
            <a:r>
              <a:rPr lang="en-IN"/>
              <a:t>sn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F39BEA-E7D1-39E4-AFD1-5E2255414B6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256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Mc sn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Mc sn</dc:title>
  <dc:creator>Meet Pandit</dc:creator>
  <cp:lastModifiedBy>Meet Pandit</cp:lastModifiedBy>
  <cp:revision>1</cp:revision>
  <dcterms:created xsi:type="dcterms:W3CDTF">2022-06-03T08:26:42Z</dcterms:created>
  <dcterms:modified xsi:type="dcterms:W3CDTF">2022-06-03T08:26:46Z</dcterms:modified>
</cp:coreProperties>
</file>